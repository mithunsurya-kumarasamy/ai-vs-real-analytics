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Aletheia - Explainable Image Forensics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Decoding Synthetic Media through Statistical Feature Extraction</a:t>
            </a:r>
          </a:p>
          <a:p>
            <a:r>
              <a:t>Presented by: Misky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 &amp; Dataset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Kaggle Dataset: ~1500 images (Unsplash vs. Stable Diffusion)</a:t>
            </a:r>
          </a:p>
          <a:p>
            <a:pPr lvl="1"/>
            <a:r>
              <a:t>5 Categories: Nature, City, Animals, Food, People</a:t>
            </a:r>
          </a:p>
          <a:p>
            <a:r>
              <a:t>Full-Stack Architecture:</a:t>
            </a:r>
          </a:p>
          <a:p>
            <a:pPr lvl="1"/>
            <a:r>
              <a:t>Frontend: React UI for real-time user uploads</a:t>
            </a:r>
          </a:p>
          <a:p>
            <a:pPr lvl="1"/>
            <a:r>
              <a:t>Backend: Flask API for model serving</a:t>
            </a:r>
          </a:p>
          <a:p>
            <a:pPr lvl="1"/>
            <a:r>
              <a:t>Core: Python Machine Learning Pipeline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 Engineering (The Core Engine)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Converting raw pixels into statistical data to detect synthetic artifacts:</a:t>
            </a:r>
          </a:p>
          <a:p>
            <a:r>
              <a:t>Local Binary Patterns (LBP): Analyzes texture smoothness.</a:t>
            </a:r>
          </a:p>
          <a:p>
            <a:r>
              <a:t>Fast Fourier Transform (FFT): Detects high-frequency noise discrepancies.</a:t>
            </a:r>
          </a:p>
          <a:p>
            <a:r>
              <a:t>Gray Level Co-occurrence Matrix (GLCM): Measures contrast and homogeneity.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Benchmarking &amp; Explainable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Evaluated Models: Logistic Regression, Decision Trees, Random Forest</a:t>
            </a:r>
          </a:p>
          <a:p>
            <a:r>
              <a:t>Focus on Explainable AI (XAI) using Decision Trees.</a:t>
            </a:r>
          </a:p>
          <a:p>
            <a:pPr lvl="1"/>
            <a:r>
              <a:t>Moves beyond 'black box' predictions to human-readable rules.</a:t>
            </a:r>
          </a:p>
          <a:p>
            <a:pPr lvl="1"/>
            <a:r>
              <a:t>Example: 'If high-frequency noise is low AND texture variance is smooth -&gt; AI-Generated'.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Live Dashboard &amp; 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User Interface allows instant authenticity verification.</a:t>
            </a:r>
          </a:p>
          <a:p>
            <a:r>
              <a:t>Engineering Challenges Overcome:</a:t>
            </a:r>
          </a:p>
          <a:p>
            <a:pPr lvl="1"/>
            <a:r>
              <a:t>Mitigated 'Shortcut Learning' where the model classified camera noise instead of actual features.</a:t>
            </a:r>
          </a:p>
          <a:p>
            <a:pPr lvl="1"/>
            <a:r>
              <a:t>Ensured robust evaluation using Stratified K-Fold Cross-Validation.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